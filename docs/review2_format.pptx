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biUFiU9NruQE/u+j9j+AbzG2r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a5b6447edb4848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h7a5b6447edb48487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7a5b6447edb484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h7a5b6447edb48487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dfedcbb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ddfedcbbf9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"/>
          <p:cNvGrpSpPr/>
          <p:nvPr/>
        </p:nvGrpSpPr>
        <p:grpSpPr>
          <a:xfrm rot="-9009653">
            <a:off x="-2694530" y="3642144"/>
            <a:ext cx="6215008" cy="6906496"/>
            <a:chOff x="0" y="0"/>
            <a:chExt cx="812800" cy="903233"/>
          </a:xfrm>
        </p:grpSpPr>
        <p:sp>
          <p:nvSpPr>
            <p:cNvPr id="79" name="Google Shape;79;p1"/>
            <p:cNvSpPr/>
            <p:nvPr/>
          </p:nvSpPr>
          <p:spPr>
            <a:xfrm>
              <a:off x="0" y="0"/>
              <a:ext cx="812800" cy="903233"/>
            </a:xfrm>
            <a:custGeom>
              <a:rect b="b" l="l" r="r" t="t"/>
              <a:pathLst>
                <a:path extrusionOk="0" h="903233" w="812800">
                  <a:moveTo>
                    <a:pt x="406400" y="903233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03233"/>
                  </a:lnTo>
                  <a:close/>
                </a:path>
              </a:pathLst>
            </a:custGeom>
            <a:solidFill>
              <a:srgbClr val="173764"/>
            </a:solidFill>
            <a:ln>
              <a:noFill/>
            </a:ln>
          </p:spPr>
        </p:sp>
        <p:sp>
          <p:nvSpPr>
            <p:cNvPr id="80" name="Google Shape;80;p1"/>
            <p:cNvSpPr txBox="1"/>
            <p:nvPr/>
          </p:nvSpPr>
          <p:spPr>
            <a:xfrm>
              <a:off x="127000" y="26417"/>
              <a:ext cx="558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1"/>
          <p:cNvGrpSpPr/>
          <p:nvPr/>
        </p:nvGrpSpPr>
        <p:grpSpPr>
          <a:xfrm rot="6594421">
            <a:off x="-2788300" y="6947096"/>
            <a:ext cx="7633995" cy="6679746"/>
            <a:chOff x="0" y="0"/>
            <a:chExt cx="812800" cy="711200"/>
          </a:xfrm>
        </p:grpSpPr>
        <p:sp>
          <p:nvSpPr>
            <p:cNvPr id="82" name="Google Shape;82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CC0DF">
                <a:alpha val="58824"/>
              </a:srgbClr>
            </a:solidFill>
            <a:ln>
              <a:noFill/>
            </a:ln>
          </p:spPr>
        </p:sp>
        <p:sp>
          <p:nvSpPr>
            <p:cNvPr id="83" name="Google Shape;83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1"/>
          <p:cNvGrpSpPr/>
          <p:nvPr/>
        </p:nvGrpSpPr>
        <p:grpSpPr>
          <a:xfrm rot="6594421">
            <a:off x="-3377814" y="5307075"/>
            <a:ext cx="7633995" cy="6679746"/>
            <a:chOff x="0" y="0"/>
            <a:chExt cx="812800" cy="7112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9DE1F6">
                <a:alpha val="58824"/>
              </a:srgbClr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5867400" y="1843594"/>
            <a:ext cx="10894200" cy="14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7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Title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867400" y="3469030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Team Members name: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Student 1, Student 2, Student 3, Student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867400" y="4086635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Name of the Guide: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Prof. /Dr.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867400" y="4693136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Domain: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AIML, IoT,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867400" y="5299637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Group Number: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Group Number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867400" y="5917242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Year: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SE/TE/BE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867400" y="6512639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Semester: </a:t>
            </a:r>
            <a:r>
              <a:rPr b="0" i="0" lang="en-US" sz="22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III / IV / V / VI / VII / VIII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113" y="743837"/>
            <a:ext cx="2411967" cy="23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908005"/>
            <a:ext cx="14106125" cy="4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4787825" y="766049"/>
            <a:ext cx="15512700" cy="15147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highlight>
                  <a:srgbClr val="6D9EEB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BHARAT COLLEGE OF ENGINEERING, BADLAPUR (W.)</a:t>
            </a:r>
            <a:endParaRPr b="1" i="0" sz="3600" u="none" cap="none" strike="noStrike">
              <a:solidFill>
                <a:schemeClr val="lt1"/>
              </a:solidFill>
              <a:highlight>
                <a:srgbClr val="6D9EE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02" name="Google Shape;102;p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03" name="Google Shape;103;p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04" name="Google Shape;104;p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06" name="Google Shape;106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07" name="Google Shape;107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10" name="Google Shape;110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1" name="Google Shape;111;p2"/>
          <p:cNvSpPr txBox="1"/>
          <p:nvPr/>
        </p:nvSpPr>
        <p:spPr>
          <a:xfrm>
            <a:off x="7001818" y="452269"/>
            <a:ext cx="4504382" cy="127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28700" y="2822446"/>
            <a:ext cx="16192500" cy="269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3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18" name="Google Shape;118;p3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20" name="Google Shape;120;p3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23" name="Google Shape;123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26" name="Google Shape;126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7" name="Google Shape;127;p3"/>
          <p:cNvSpPr txBox="1"/>
          <p:nvPr/>
        </p:nvSpPr>
        <p:spPr>
          <a:xfrm>
            <a:off x="4284488" y="628391"/>
            <a:ext cx="9714235" cy="127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028700" y="2822446"/>
            <a:ext cx="16230600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34" name="Google Shape;134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35" name="Google Shape;135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36" name="Google Shape;136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38" name="Google Shape;138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39" name="Google Shape;139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42" name="Google Shape;142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" name="Google Shape;143;p5"/>
          <p:cNvSpPr txBox="1"/>
          <p:nvPr/>
        </p:nvSpPr>
        <p:spPr>
          <a:xfrm>
            <a:off x="3825296" y="452269"/>
            <a:ext cx="11033704" cy="127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Brief 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7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0" name="Google Shape;150;p7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1" name="Google Shape;151;p7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52" name="Google Shape;152;p7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7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54" name="Google Shape;154;p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55" name="Google Shape;155;p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57" name="Google Shape;157;p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58" name="Google Shape;158;p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9" name="Google Shape;159;p7"/>
          <p:cNvSpPr txBox="1"/>
          <p:nvPr/>
        </p:nvSpPr>
        <p:spPr>
          <a:xfrm>
            <a:off x="3825296" y="452269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Research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66" name="Google Shape;166;p1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67" name="Google Shape;167;p1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68" name="Google Shape;168;p1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1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70" name="Google Shape;170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71" name="Google Shape;171;p1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1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73" name="Google Shape;173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74" name="Google Shape;174;p1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12"/>
          <p:cNvSpPr txBox="1"/>
          <p:nvPr/>
        </p:nvSpPr>
        <p:spPr>
          <a:xfrm>
            <a:off x="3825296" y="452269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1" i="0" sz="7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4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82" name="Google Shape;182;p4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84" name="Google Shape;184;p4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87" name="Google Shape;187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89" name="Google Shape;189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90" name="Google Shape;190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1" name="Google Shape;191;p4"/>
          <p:cNvSpPr txBox="1"/>
          <p:nvPr/>
        </p:nvSpPr>
        <p:spPr>
          <a:xfrm>
            <a:off x="2296160" y="452269"/>
            <a:ext cx="12740640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Mention the steps  used to identify 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6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98" name="Google Shape;198;p6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00" name="Google Shape;200;p6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03" name="Google Shape;203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6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06" name="Google Shape;206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7" name="Google Shape;207;p6"/>
          <p:cNvSpPr txBox="1"/>
          <p:nvPr/>
        </p:nvSpPr>
        <p:spPr>
          <a:xfrm>
            <a:off x="1324108" y="575829"/>
            <a:ext cx="15074132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System Architecture / Flowchart</a:t>
            </a:r>
            <a:endParaRPr b="1" i="0" sz="7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8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214" name="Google Shape;214;p8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15" name="Google Shape;215;p8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16" name="Google Shape;216;p8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8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18" name="Google Shape;218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19" name="Google Shape;219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21" name="Google Shape;221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22" name="Google Shape;222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3" name="Google Shape;223;p8"/>
          <p:cNvSpPr txBox="1"/>
          <p:nvPr/>
        </p:nvSpPr>
        <p:spPr>
          <a:xfrm>
            <a:off x="3466128" y="717282"/>
            <a:ext cx="9596120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 rot="-5830662">
            <a:off x="12075128" y="1560288"/>
            <a:ext cx="11238105" cy="10840393"/>
            <a:chOff x="0" y="0"/>
            <a:chExt cx="14984139" cy="14453857"/>
          </a:xfrm>
        </p:grpSpPr>
        <p:grpSp>
          <p:nvGrpSpPr>
            <p:cNvPr id="230" name="Google Shape;230;p9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31" name="Google Shape;231;p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32" name="Google Shape;232;p9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9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34" name="Google Shape;234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35" name="Google Shape;235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9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37" name="Google Shape;237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38" name="Google Shape;238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9" name="Google Shape;239;p9"/>
          <p:cNvSpPr txBox="1"/>
          <p:nvPr/>
        </p:nvSpPr>
        <p:spPr>
          <a:xfrm>
            <a:off x="0" y="509150"/>
            <a:ext cx="16743680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AI/ML Techniques and Algorithms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h7a5b6447edb48487_0_3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46" name="Google Shape;246;h7a5b6447edb48487_0_3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47" name="Google Shape;247;h7a5b6447edb48487_0_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</p:sp>
          <p:sp>
            <p:nvSpPr>
              <p:cNvPr id="248" name="Google Shape;248;h7a5b6447edb48487_0_3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h7a5b6447edb48487_0_3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50" name="Google Shape;250;h7a5b6447edb48487_0_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51" name="Google Shape;251;h7a5b6447edb48487_0_3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h7a5b6447edb48487_0_3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53" name="Google Shape;253;h7a5b6447edb48487_0_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54" name="Google Shape;254;h7a5b6447edb48487_0_3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5" name="Google Shape;255;h7a5b6447edb48487_0_3"/>
          <p:cNvSpPr txBox="1"/>
          <p:nvPr/>
        </p:nvSpPr>
        <p:spPr>
          <a:xfrm>
            <a:off x="-759575" y="509150"/>
            <a:ext cx="1750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</a:rPr>
              <a:t>Implementation and Experimental Setup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7a5b6447edb48487_0_3"/>
          <p:cNvSpPr txBox="1"/>
          <p:nvPr/>
        </p:nvSpPr>
        <p:spPr>
          <a:xfrm>
            <a:off x="1324108" y="2822446"/>
            <a:ext cx="1593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h7a5b6447edb48487_0_19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62" name="Google Shape;262;h7a5b6447edb48487_0_19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63" name="Google Shape;263;h7a5b6447edb48487_0_1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</p:sp>
          <p:sp>
            <p:nvSpPr>
              <p:cNvPr id="264" name="Google Shape;264;h7a5b6447edb48487_0_19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h7a5b6447edb48487_0_19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66" name="Google Shape;266;h7a5b6447edb48487_0_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67" name="Google Shape;267;h7a5b6447edb48487_0_19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h7a5b6447edb48487_0_19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69" name="Google Shape;269;h7a5b6447edb48487_0_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70" name="Google Shape;270;h7a5b6447edb48487_0_19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1" name="Google Shape;271;h7a5b6447edb48487_0_19"/>
          <p:cNvSpPr txBox="1"/>
          <p:nvPr/>
        </p:nvSpPr>
        <p:spPr>
          <a:xfrm>
            <a:off x="-759575" y="509150"/>
            <a:ext cx="17503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chemeClr val="dk2"/>
                </a:solidFill>
              </a:rPr>
              <a:t>Expected / Preliminary Results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7a5b6447edb48487_0_19"/>
          <p:cNvSpPr txBox="1"/>
          <p:nvPr/>
        </p:nvSpPr>
        <p:spPr>
          <a:xfrm>
            <a:off x="153858" y="4596696"/>
            <a:ext cx="1593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g3ddfedcbbf9_0_14"/>
          <p:cNvGrpSpPr/>
          <p:nvPr/>
        </p:nvGrpSpPr>
        <p:grpSpPr>
          <a:xfrm rot="-5830628">
            <a:off x="12075261" y="1560686"/>
            <a:ext cx="11237700" cy="10840053"/>
            <a:chOff x="51" y="22"/>
            <a:chExt cx="14984071" cy="14453861"/>
          </a:xfrm>
        </p:grpSpPr>
        <p:grpSp>
          <p:nvGrpSpPr>
            <p:cNvPr id="278" name="Google Shape;278;g3ddfedcbbf9_0_14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79" name="Google Shape;279;g3ddfedcbbf9_0_1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rect b="b" l="l" r="r" t="t"/>
                <a:pathLst>
                  <a:path extrusionOk="0" h="903233" w="81280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80" name="Google Shape;280;g3ddfedcbbf9_0_14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g3ddfedcbbf9_0_14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82" name="Google Shape;282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83" name="Google Shape;283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g3ddfedcbbf9_0_14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85" name="Google Shape;285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rect b="b" l="l" r="r" t="t"/>
                <a:pathLst>
                  <a:path extrusionOk="0"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86" name="Google Shape;286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7" name="Google Shape;287;g3ddfedcbbf9_0_14"/>
          <p:cNvSpPr txBox="1"/>
          <p:nvPr/>
        </p:nvSpPr>
        <p:spPr>
          <a:xfrm>
            <a:off x="-117825" y="509150"/>
            <a:ext cx="143073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Timeline and Semester VII</a:t>
            </a:r>
            <a:r>
              <a:rPr b="1" lang="en-US" sz="7200">
                <a:solidFill>
                  <a:schemeClr val="dk2"/>
                </a:solidFill>
              </a:rPr>
              <a:t>I Plan</a:t>
            </a:r>
            <a:endParaRPr b="1" i="0" sz="7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g3ddfedcbbf9_0_14"/>
          <p:cNvSpPr txBox="1"/>
          <p:nvPr/>
        </p:nvSpPr>
        <p:spPr>
          <a:xfrm>
            <a:off x="908858" y="5521596"/>
            <a:ext cx="1593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6409828" y="509154"/>
            <a:ext cx="5629771" cy="1279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Your paragraph text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/>
          <p:nvPr/>
        </p:nvSpPr>
        <p:spPr>
          <a:xfrm>
            <a:off x="1066800" y="1181100"/>
            <a:ext cx="378308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066800" y="2019300"/>
            <a:ext cx="16611600" cy="309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Kindly keep the PPT format same as framed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topics should be utilized for description of your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to avoid paragraphs and post your idea in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your explanation precisely and easy to understand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delete this slide (Important Points) when you are done reading.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