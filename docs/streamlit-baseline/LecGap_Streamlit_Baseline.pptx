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8A6FF"/>
                </a:solidFill>
                <a:latin typeface="Calibri"/>
              </a:rPr>
              <a:t>LECTURE COMPREHENSION GAP DETECTOR</a:t>
            </a:r>
          </a:p>
          <a:p>
            <a:pPr>
              <a:spcAft>
                <a:spcPts val="200"/>
              </a:spcAft>
            </a:pPr>
            <a:r>
              <a:rPr sz="6000" b="1">
                <a:solidFill>
                  <a:srgbClr val="E6EDF3"/>
                </a:solidFill>
                <a:latin typeface="Calibri"/>
              </a:rPr>
              <a:t>LecGap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9AA7B4"/>
                </a:solidFill>
                <a:latin typeface="Calibri"/>
              </a:rPr>
              <a:t>Upload a lecture. Get a personalised study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9AA7B4"/>
                </a:solidFill>
                <a:latin typeface="Calibri"/>
              </a:rPr>
              <a:t>Streamlit baseline  ·  frontend/ on main @ 5e0a434  ·  FastAPI :8000  · 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PROBLEM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Confusion is invisible until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Lecture content is linear; student confusion has no signal until grades land.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Faculty cannot see taught-vs-learned divergence — what was taught first is not what was learned first.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Progress pages that re-render every second restart every video player and make long lists unusable.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9AA7B4"/>
                </a:solidFill>
                <a:latin typeface="Calibri"/>
              </a:rPr>
              <a:t>▪  Remediation, when it exists, is one-size-fits-all — not traced to each student's failed prerequisites.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PIPELINE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From recording to remediation plan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9AA7B4"/>
                </a:solidFill>
                <a:latin typeface="Calibri"/>
              </a:rPr>
              <a:t>Every heavy step is a durable backend job, watched live over SSE.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4173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651760"/>
            <a:ext cx="1234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1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Upload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1 MiB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1089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21991" y="2468880"/>
            <a:ext cx="14173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2651760"/>
            <a:ext cx="1234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2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Transcribe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Whisper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1" y="31089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3904" y="2468880"/>
            <a:ext cx="14173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2651760"/>
            <a:ext cx="1234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3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Extract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concepts +
spoken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1089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5816" y="2468880"/>
            <a:ext cx="14173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5" y="2651760"/>
            <a:ext cx="1234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4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Graph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prereq DAG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31089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8" y="2468880"/>
            <a:ext cx="14173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2651760"/>
            <a:ext cx="1234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5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Clips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ffmpeg cuts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1089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2468880"/>
            <a:ext cx="14173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651760"/>
            <a:ext cx="1234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6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Quiz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capped ·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1089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31551" y="2468880"/>
            <a:ext cx="14173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2991" y="2651760"/>
            <a:ext cx="1234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7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Remediate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ordered + clips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TWO DASHBOARDS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One backend, two jobs-to-be-done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21208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8A6FF"/>
                </a:solidFill>
                <a:latin typeface="Calibri"/>
              </a:rPr>
              <a:t>STUDENT — do the work</a:t>
            </a:r>
            <a:r>
              <a:rPr sz="1600" b="0">
                <a:solidFill>
                  <a:srgbClr val="E6EDF3"/>
                </a:solidFill>
                <a:latin typeface="Calibri"/>
              </a:rPr>
              <a:t>▪  Ingest a lecture (duplicate-guarded upload)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Extract → graph → clips, one job at a time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Watch concept clips in a bounded player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Course DAG + learner-order study sequence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Capped diagnostic quiz → remediation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521208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8A6FF"/>
                </a:solidFill>
                <a:latin typeface="Calibri"/>
              </a:rPr>
              <a:t>FACULTY — see the learning</a:t>
            </a:r>
            <a:r>
              <a:rPr sz="1600" b="0">
                <a:solidFill>
                  <a:srgbClr val="E6EDF3"/>
                </a:solidFill>
                <a:latin typeface="Calibri"/>
              </a:rPr>
              <a:t>▪  Confusion heatmap, highest rate first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Taught-vs-learned divergence arrows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Lecture coverage timeline + evidence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Every job on the course, whoever started 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9AA7B4"/>
                </a:solidFill>
                <a:latin typeface="Calibri"/>
              </a:rPr>
              <a:t>▪  Shared: sidebar · banner · quota row ·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LIVE WITHOUT RELOADS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Progress arrives; the page stays mounted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One SSE connection per process (GET /jobs/stream) keeps the job snapshot in memory — asking costs nothing.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Progress cards live in a 1-second st.fragment: only that block re-executes, so video players never restart.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Polling fallback with back-off when the stream is down; modes: starting · stream · poll · unavailable.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9AA7B4"/>
                </a:solidFill>
                <a:latin typeface="Calibri"/>
              </a:rPr>
              <a:t>▪  Completions are recorded, then announced by drain_ready() in the page body — never inside the fragment, where they would flash and vanish.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TWO-TIER STATE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The single most important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21208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7D364"/>
                </a:solidFill>
                <a:latin typeface="Calibri"/>
              </a:rPr>
              <a:t>TIER 1 · CacheStore (process-wide, TTL)</a:t>
            </a:r>
            <a:r>
              <a:rPr sz="1600" b="0">
                <a:solidFill>
                  <a:srgbClr val="E6EDF3"/>
                </a:solidFill>
                <a:latin typeface="Calibri"/>
              </a:rPr>
              <a:t>▪  snapshot 5 s · lists 60 s · graph/stats 300 s · usage 30 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One rule: invalidate_for_course() clears /courses + /lectures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Deep copies out; failures never cached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521208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8A6FF"/>
                </a:solidFill>
                <a:latin typeface="Calibri"/>
              </a:rPr>
              <a:t>TIER 2 · namespaces (per session)</a:t>
            </a:r>
            <a:r>
              <a:rPr sz="1600" b="0">
                <a:solidFill>
                  <a:srgbClr val="E6EDF3"/>
                </a:solidFill>
                <a:latin typeface="Calibri"/>
              </a:rPr>
              <a:t>▪  nav · quiz · faculty · jobs · tl (+ clips_view)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Quiz payload survives background reruns; course switch clears 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▪  jobs.items = live cards · jobs.completed = announcements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QUIZ → REMEDIATION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A quiz is a quiz: fifteen questions, not seventy-four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Capped at 15 via LECGAP_QUIZ_MAX_QUESTIONS; a backend that ignores the cap is detected and named.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409 “already generating” and 404 “no concepts yet” map to sentences, not raw failures.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One-shot submit: question ids are cleared immediately, so stale answers can never be re-sent.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Wrong answers trace prerequisites backwards into an ordered, clip-backed study list — failed vs prerequisite.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FACULTY ANALYTICS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Read-only, no in-flight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Confusion heatmap: wrong-answer rates as block bars, highest first, with wrong/attempts counts.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Divergence: taught #i vs learned #j per concept, with → later / ← earlier arrows; missing indices render as 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Coverage timeline: green = speech the concepts actually pin down, plus the exact evidence sentence per concept.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9AA7B4"/>
                </a:solidFill>
                <a:latin typeface="Calibri"/>
              </a:rPr>
              <a:t>▪  Kept apart from student panels so the student path is reasoned about and tested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ONE COLOUR SYSTEM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Meanings, not hexes — ink by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Panels ask for text, muted, border, ok, warn, bad, info — never a hue; flipping the theme is one line.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readable_on() picks the legible ink by WCAG contrast (≥ ~4.6:1), pinned per token per surface in tests.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9AA7B4"/>
                </a:solidFill>
                <a:latin typeface="Calibri"/>
              </a:rPr>
              <a:t>▪  The motivating bug: hardcoded light values rendered a white slab with grey-on-grey text on the dark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468880"/>
            <a:ext cx="914400" cy="9144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8975" y="3401568"/>
            <a:ext cx="1024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7" y="2468880"/>
            <a:ext cx="9144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3" y="3401568"/>
            <a:ext cx="1024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12096" y="2468880"/>
            <a:ext cx="914400" cy="914400"/>
          </a:xfrm>
          <a:prstGeom prst="roundRect">
            <a:avLst/>
          </a:prstGeom>
          <a:solidFill>
            <a:srgbClr val="E6EDF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7232" y="3401568"/>
            <a:ext cx="1024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36224" y="2468880"/>
            <a:ext cx="914400" cy="914400"/>
          </a:xfrm>
          <a:prstGeom prst="roundRect">
            <a:avLst/>
          </a:prstGeom>
          <a:solidFill>
            <a:srgbClr val="57D36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3401568"/>
            <a:ext cx="1024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886200"/>
            <a:ext cx="914400" cy="914400"/>
          </a:xfrm>
          <a:prstGeom prst="roundRect">
            <a:avLst/>
          </a:prstGeom>
          <a:solidFill>
            <a:srgbClr val="E3B341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4818888"/>
            <a:ext cx="1024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warn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7" y="3886200"/>
            <a:ext cx="914400" cy="914400"/>
          </a:xfrm>
          <a:prstGeom prst="roundRect">
            <a:avLst/>
          </a:prstGeom>
          <a:solidFill>
            <a:srgbClr val="F8514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3" y="4818888"/>
            <a:ext cx="1024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bad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12096" y="3886200"/>
            <a:ext cx="914400" cy="91440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4818888"/>
            <a:ext cx="1024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info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36224" y="3886200"/>
            <a:ext cx="914400" cy="914400"/>
          </a:xfrm>
          <a:prstGeom prst="roundRect">
            <a:avLst/>
          </a:prstGeom>
          <a:solidFill>
            <a:srgbClr val="9AA7B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4818888"/>
            <a:ext cx="1024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muted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CONTRACTS AND GUARDS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Failures arrive as sentences, not tracebacks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Every backend error surfaces as its {detail} envelope; thread-local errors can never cross sessions.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Players use the Range-capable /media endpoint — never a filesystem path; clip filenames are percent-encoded.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Duplicate uploads need an explicit checkbox; one pipeline job per lecture; resumable rows vs abandoned rows.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9AA7B4"/>
                </a:solidFill>
                <a:latin typeface="Calibri"/>
              </a:rPr>
              <a:t>▪  Invisible-in-review bugs are pinned as properties: contrast floors, copy-out caches, escaped labels.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KNOWN GAPS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Verified on main — the honest slide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9AA7B4"/>
                </a:solidFill>
                <a:latin typeface="Calibri"/>
              </a:rPr>
              <a:t>Each is one line with its file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85149"/>
                </a:solidFill>
                <a:latin typeface="Calibri"/>
              </a:rPr>
              <a:t>▪  Auth banner condition (kind == "auth") is never recorded — a 401 arrives as kind http. [shell.py]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85149"/>
                </a:solidFill>
                <a:latin typeface="Calibri"/>
              </a:rPr>
              <a:t>▪  /snapshot and /stats return untyped dicts; remediation declares the submit shape. [routes/courses.py]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3B341"/>
                </a:solidFill>
                <a:latin typeface="Calibri"/>
              </a:rPr>
              <a:t>▪  Quiz generation is a blocking POST that freezes the session for minutes. [quiz.py → checkpoint C2]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3B341"/>
                </a:solidFill>
                <a:latin typeface="Calibri"/>
              </a:rPr>
              <a:t>▪  accent duplicates info in both palettes — no true secondary hue. [theme.py]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9AA7B4"/>
                </a:solidFill>
                <a:latin typeface="Calibri"/>
              </a:rPr>
              <a:t>▪  Wire format still carries filesystem paths; traversal defence rests on media_url alone. [client.py]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0584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alibri"/>
              </a:rPr>
              <a:t>WHAT NEXT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The baseline holds; these are queued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LecGap  ·  Streamlit baseline  ·  main @ 5e0a434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7B4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Queued quiz generation (checkpoint C2) — end the blocking POST.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Typed snapshot / stats / remediation schemas — move drift into tests.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E6EDF3"/>
                </a:solidFill>
                <a:latin typeface="Calibri"/>
              </a:rPr>
              <a:t>▪  Record the auth kind on 401 so the banner can fire.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8A6FF"/>
                </a:solidFill>
                <a:latin typeface="Calibri"/>
              </a:rPr>
              <a:t>▪  The React engine on engine2/scaffold carries all of this forward.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