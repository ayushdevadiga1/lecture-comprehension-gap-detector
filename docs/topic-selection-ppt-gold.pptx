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453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(AI &amp; ML)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 COLLEGE OF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Kanhor, Badlapur   ·   Affiliated to University of Mumbai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47208" y="2286000"/>
            <a:ext cx="1097280" cy="0"/>
          </a:xfrm>
          <a:prstGeom prst="line">
            <a:avLst/>
          </a:prstGeom>
          <a:noFill/>
          <a:ln w="19050">
            <a:solidFill>
              <a:srgbClr val="C08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146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Project Presentation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Proposal Review  ·  B.E. (CSE – AI &amp; ML)  ·  Semester VII / VIII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4480560"/>
            <a:ext cx="426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Soham Gawas</a:t>
            </a: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No. 19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76008" y="4480560"/>
            <a:ext cx="426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Devadiga</a:t>
            </a: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No. 12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4864608"/>
            <a:ext cx="426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Gawali</a:t>
            </a: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No. 18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6008" y="4864608"/>
            <a:ext cx="426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Bhargav Ghawali</a:t>
            </a:r>
            <a:r>
              <a:rPr lang="en-US" sz="14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Roll No. 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8495" y="457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9722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Comprehension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Detector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watching a lecture and understanding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    •     NLP     •     Diagnostic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Major Project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Comprehension Gap Detector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tool that transcribes any recorded lecture, auto-generates a diagnostic quiz, and tells each student exactly which 3-minute segment to rewatch — saving hours of unfocused revision.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8660" y="3192641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     •     NLP     •     Diagnostic Learning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09043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4155347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740563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lecture length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2254" y="4009043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694" y="4155347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93694" y="4740563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Rewatch after Gap Detect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5868" y="4009043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7308" y="4155347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7308" y="4740563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deploy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9481" y="4009043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00921" y="4155347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00921" y="4740563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/ MP4 lecture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THE CHALLENGE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21655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5975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04535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Rewatching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88583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rewatch 45-min lectures to find a 3-min concept they missed — inefficient and demoralising.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721655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4760" y="1995975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0" name="Text 8"/>
          <p:cNvSpPr/>
          <p:nvPr/>
        </p:nvSpPr>
        <p:spPr>
          <a:xfrm>
            <a:off x="6781648" y="1904535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Comprehension Signal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4760" y="2288583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student nor the professor knows which concept was unclear. There is no feedback loop.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00524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174844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083404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Targeted Guidance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467452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flag “you got this wrong” but never say where in the lecture the answer was explained.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900524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4760" y="4174844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648" y="4083404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of the Problem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4760" y="4467452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Post-COVID, every Indian college has recorded lectures — millions of hours, with zero comprehension analytics.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WHAT WE WILL BUILD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4555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527048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37944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convert any lecture (YouTube URL or file) to timestamped text using OpenAI Whisper — free, offline, no API cost.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65531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478024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Concepts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lightweight NLP (KeyBERT / spaCy) to identify key topics and map each concept to its exact timestamp window.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6507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429000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Quiz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3739896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5–8 diagnostic MCQs — one per major concept — each tagged to its segment in the lecture.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67483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79976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Gaps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4690872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quiz responses to find which concepts the student missed and map them to exact lecture timestamps.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18459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5330952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Rewatch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25880" y="5641848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student only the 3-minute segments they need: “Go back to 14:30–17:45 on Activation Functions.”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7183" y="2347421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29983" y="3142949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-45720" y="3472133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.mp4 or YouTube URL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72983" y="2329133"/>
            <a:ext cx="1916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B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89337" y="2347421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32137" y="3142949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94977" y="3472133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(free, offline)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75137" y="2329133"/>
            <a:ext cx="1916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B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91491" y="2347421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34291" y="3142949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97131" y="3472133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extracts concepts + timestamps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77291" y="2329133"/>
            <a:ext cx="1916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B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93644" y="2347421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036444" y="3142949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99284" y="3472133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diagnostic MCQs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79444" y="2329133"/>
            <a:ext cx="19163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9B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095798" y="2347421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38598" y="3142949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Rewatch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501438" y="3472133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gap segments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862" y="4444999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862" y="4719319"/>
            <a:ext cx="104543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scored 1/3. Rewatch these segments — 14:22–17:10: Activation Functions, 24:00–28:00: Backpropagation. Total: 7 minutes instead of 40.”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rewatch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2254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694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694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 / lecture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5868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7308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47308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precision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9481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00921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00921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24612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1546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Precise Gap Detection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53872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exact 3-minute segment a student missed — not just “Chapter 3.”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297180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4760" y="324612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648" y="31546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Saves Study Time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4760" y="353872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full-lecture rewatching. Students go directly to what they need.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16636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50749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Learning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" y="545896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scores before and after rewatch show concrete improvement.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8728" y="489204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4760" y="516636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781648" y="50749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College-Wide Use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4760" y="545896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institution with recorded lectures — all of them post-COVID — can deploy this immediately.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 · IMPLEMENTATION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5118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3406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Whisper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54554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transcription — free, runs locally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53458" y="195118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4626" y="213406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spaCy / KeyBERT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4626" y="254554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 &amp; timestamp mapping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58277" y="195118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9445" y="213406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59445" y="254554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 &amp; quiz generation logic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4282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82570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23718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student interface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53458" y="364282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4626" y="382570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yt-dlp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4626" y="423718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 download &amp; audio extraction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8277" y="3642823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59445" y="3825703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9445" y="4237183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result storage, progress tracking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Lecture Comprehension Gap Detector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8495" y="457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9722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 Federated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city departments. One shared AI. Zero raw data shared.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    •     Privacy-Preserving AI     •     Attack &amp; Defence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Major Project Presentation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914400" y="898327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City Federated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38991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1871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2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city departments train one shared AI model without sharing a single row of raw data — and the system automatically defends itself when one department tries to sabotage it.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39191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    •     Privacy-Preserving AI     •     Attack &amp; Defence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833551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979855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4565071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dept. nodes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2254" y="3833551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694" y="3979855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93694" y="4565071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shared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55868" y="3833551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7308" y="3979855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47308" y="4565071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2023 compliant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9481" y="3833551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00921" y="3979855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200921" y="4565071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— no GPU needed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THE CHALLENGE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92348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66668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75228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Silos Across Departments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159276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Traffic, hospitals, pollution — each holds data but none trusts the other. No unified picture of city health.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592348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4760" y="1866668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0" name="Text 8"/>
          <p:cNvSpPr/>
          <p:nvPr/>
        </p:nvSpPr>
        <p:spPr>
          <a:xfrm>
            <a:off x="6781648" y="1775228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Blocks Collaboration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4760" y="2159276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Act 2023 means departments cannot legally share raw citizen data — even for public good.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082469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991029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City Intelligence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4672" y="4375077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unified data, the city cannot predict stress events like floods or heatwaves before infrastructure buckles.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8728" y="3808149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4760" y="4082469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781648" y="3991029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Threat Actors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4760" y="4375077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FL, a corrupt department can poison the shared model, crashing predictions city-wide — undefended today.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WHAT WE WILL BUILD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33029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527048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 FL Nodes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837944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 city department nodes (Traffic, Hospital, Pollution, Electricity, Water) as Python processes on one machine.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84005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478024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Training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FedAvg aggregation — all nodes improve one global City Brain model without sharing raw data.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34981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429000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Byzantine Attack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3739896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corrupt department sending poisoned weights and show global model accuracy crashing in real 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85957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379976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Byzantine Defence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4690872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FedMedian to automatically filter outlier weights and restore accuracy without human intervention.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1094415" cy="0"/>
          </a:xfrm>
          <a:prstGeom prst="line">
            <a:avLst/>
          </a:prstGeom>
          <a:noFill/>
          <a:ln w="12700">
            <a:solidFill>
              <a:srgbClr val="E3E5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236933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5330952"/>
            <a:ext cx="10317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325880" y="5641848"/>
            <a:ext cx="103171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Streamlit dashboard showing round-by-round accuracy, node status, and FedAvg vs FedMedian comparison.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043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043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-3885" y="2334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94460" y="2279071"/>
            <a:ext cx="0" cy="502920"/>
          </a:xfrm>
          <a:prstGeom prst="line">
            <a:avLst/>
          </a:prstGeom>
          <a:noFill/>
          <a:ln w="15875">
            <a:solidFill>
              <a:srgbClr val="B9BE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99334" y="173043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899334" y="173043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46809" y="2334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45154" y="2279071"/>
            <a:ext cx="0" cy="502920"/>
          </a:xfrm>
          <a:prstGeom prst="line">
            <a:avLst/>
          </a:prstGeom>
          <a:noFill/>
          <a:ln w="15875">
            <a:solidFill>
              <a:srgbClr val="B9BE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0028" y="173043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50028" y="173043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97503" y="233435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95848" y="2279071"/>
            <a:ext cx="0" cy="502920"/>
          </a:xfrm>
          <a:prstGeom prst="line">
            <a:avLst/>
          </a:prstGeom>
          <a:noFill/>
          <a:ln w="15875">
            <a:solidFill>
              <a:srgbClr val="B9BE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0721" y="173043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600721" y="173043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50139" y="2333935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46541" y="2279071"/>
            <a:ext cx="0" cy="502920"/>
          </a:xfrm>
          <a:prstGeom prst="line">
            <a:avLst/>
          </a:prstGeom>
          <a:noFill/>
          <a:ln w="15875">
            <a:solidFill>
              <a:srgbClr val="B9BE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51415" y="1730431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951415" y="1730431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02775" y="2306503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only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797235" y="2279071"/>
            <a:ext cx="0" cy="502920"/>
          </a:xfrm>
          <a:prstGeom prst="line">
            <a:avLst/>
          </a:prstGeom>
          <a:noFill/>
          <a:ln w="15875">
            <a:solidFill>
              <a:srgbClr val="B9BE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050" y="2736271"/>
            <a:ext cx="11277594" cy="640080"/>
          </a:xfrm>
          <a:prstGeom prst="roundRect">
            <a:avLst>
              <a:gd name="adj" fmla="val 14286"/>
            </a:avLst>
          </a:prstGeom>
          <a:solidFill>
            <a:srgbClr val="C08A2E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148839" y="2749987"/>
            <a:ext cx="7894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F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Server — FedAvg / FedMedian Aggregator  →  Global City Brain Model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3484778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292411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292411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FedAvg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4868483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all 5 dept. weights into one global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53458" y="4091243"/>
            <a:ext cx="3484778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82058" y="4292411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76418" y="4292411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Byzantine Attack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82058" y="4868483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dept sends poisoned weights → accuracy crashes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58277" y="4091243"/>
            <a:ext cx="3484778" cy="1737360"/>
          </a:xfrm>
          <a:prstGeom prst="roundRect">
            <a:avLst>
              <a:gd name="adj" fmla="val 421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86877" y="4292411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81237" y="4292411"/>
            <a:ext cx="2478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FedMedian Defence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386877" y="4868483"/>
            <a:ext cx="30275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replaces mean — outliers ignored, accuracy recovers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nodes trained jointly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2254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694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93694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shared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5868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7308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47308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visualisation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09481" y="1463040"/>
            <a:ext cx="2533574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00921" y="1609344"/>
            <a:ext cx="23506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00921" y="21945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— no human needed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24612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1546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Privacy-Preserved Collaboration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53872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departments build a shared AI model without anyone seeing each other's raw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297180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4760" y="324612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22" name="Text 20"/>
          <p:cNvSpPr/>
          <p:nvPr/>
        </p:nvSpPr>
        <p:spPr>
          <a:xfrm>
            <a:off x="6781648" y="315468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City Brain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4760" y="353872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federated model outperforms any single-department model — strength in collaboration.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16636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50749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Visualisation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04672" y="545896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graph shows the exact moment a Byzantine attack corrupts the global model.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8728" y="4892040"/>
            <a:ext cx="5364328" cy="1600200"/>
          </a:xfrm>
          <a:prstGeom prst="roundRect">
            <a:avLst>
              <a:gd name="adj" fmla="val 4571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4760" y="5166360"/>
            <a:ext cx="128016" cy="128016"/>
          </a:xfrm>
          <a:prstGeom prst="rect">
            <a:avLst/>
          </a:prstGeom>
          <a:solidFill>
            <a:srgbClr val="C08A2E"/>
          </a:solidFill>
          <a:ln/>
        </p:spPr>
      </p:sp>
      <p:sp>
        <p:nvSpPr>
          <p:cNvPr id="30" name="Text 28"/>
          <p:cNvSpPr/>
          <p:nvPr/>
        </p:nvSpPr>
        <p:spPr>
          <a:xfrm>
            <a:off x="6781648" y="5074920"/>
            <a:ext cx="463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Defence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34760" y="5458968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FedMedian restores accuracy automatically — no human intervention required.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 · IMPLEMENTATION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9576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07864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Flower (flwr)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49012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framework — used by Google, Samsung, BMW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53458" y="189576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4626" y="207864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/ PyTorch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4626" y="249012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 training per department node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58277" y="189576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9445" y="207864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59445" y="249012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custom FL attack/defence logic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58740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7028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418176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&amp; visualisation of rounds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53458" y="358740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54626" y="377028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54626" y="418176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across FL rounds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8277" y="3587401"/>
            <a:ext cx="3484778" cy="1371600"/>
          </a:xfrm>
          <a:prstGeom prst="roundRect">
            <a:avLst>
              <a:gd name="adj" fmla="val 5333"/>
            </a:avLst>
          </a:prstGeom>
          <a:solidFill>
            <a:srgbClr val="F3F4F7"/>
          </a:solidFill>
          <a:ln/>
          <a:effectLst>
            <a:outerShdw blurRad="101600" dist="25400" dir="5400000" algn="bl" rotWithShape="0">
              <a:srgbClr val="3A4256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59445" y="3770281"/>
            <a:ext cx="30824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+ data.gov.in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59445" y="4181761"/>
            <a:ext cx="30824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dept. datasets (AQI, traffic, demand)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 College of Engineering  |  Smart City Federated Learning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50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PAPERS  /  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280160" y="150876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Multi-Agent / FL survey — IJCAI 2024 Proceedings — ijcai.org/proceedings/2024/0996.pdf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280160" y="201168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McMahan et al. — Communication-Efficient Learning (FedAvg) — arxiv.org/pdf/1602.05629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80160" y="2514600"/>
            <a:ext cx="9631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Byzantine-Robust Federated Learning — arxiv.org/pdf/2308.03331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47208" y="3749040"/>
            <a:ext cx="1097280" cy="0"/>
          </a:xfrm>
          <a:prstGeom prst="line">
            <a:avLst/>
          </a:prstGeom>
          <a:noFill/>
          <a:ln w="19050">
            <a:solidFill>
              <a:srgbClr val="C08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4800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(AI &amp; ML)  —  Bharat College of Engineering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1364</Words>
  <Application>Microsoft Office PowerPoint</Application>
  <PresentationFormat>Widescreen</PresentationFormat>
  <Paragraphs>259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Aastha Devadiga</cp:lastModifiedBy>
  <cp:revision>4</cp:revision>
  <dcterms:created xsi:type="dcterms:W3CDTF">2026-07-30T23:51:53Z</dcterms:created>
  <dcterms:modified xsi:type="dcterms:W3CDTF">2026-07-31T00:03:29Z</dcterms:modified>
</cp:coreProperties>
</file>